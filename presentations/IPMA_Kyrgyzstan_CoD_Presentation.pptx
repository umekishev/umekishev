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54F"/>
                </a:solidFill>
                <a:latin typeface="Calibri"/>
              </a:rPr>
              <a:t>IPMA · COUNCIL OF DELEGATES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Кыргызское объединение
управления проектами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3DCC9"/>
                </a:solidFill>
                <a:latin typeface="Calibri"/>
              </a:rPr>
              <a:t>ОО «KgPMU» · Kyrgyz Project Management Union · ipma.kg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9601200" cy="640080"/>
          </a:xfrm>
          <a:prstGeom prst="roundRect">
            <a:avLst/>
          </a:prstGeom>
          <a:solidFill>
            <a:srgbClr val="A3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Статус IPMA: Ассоциация-заявитель (Applying Member Association)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3DCC9"/>
                </a:solidFill>
                <a:latin typeface="Calibri"/>
              </a:rPr>
              <a:t>Представляет: Урмат Мекишев, Президент KgPMU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Кто 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10058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Мекишев Урмат Казбекович — Президент KgPMU, сертифицированный эксперт IPMA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Более 15 лет опыта в управлении крупными инфраструктурными проектами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Инициатор внедрения стандартов IPMA ICB4 в госсекторе и бизнесе КР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Почётный член: Бабаев Игбал Алиджанович (президент Азербайджанской ассоциации УП)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D54F"/>
                </a:solidFill>
                <a:latin typeface="Georgia"/>
              </a:rPr>
              <a:t>«Создать в Кыргызстане профессиональное сообщество лидеров…»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02 · МИССИЯ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Наша миссия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D54F"/>
                </a:solidFill>
                <a:latin typeface="Georgia"/>
              </a:rPr>
              <a:t>Создавать экосистему компетентных проектных лидеров и повышать зрелость управления проектами через образование, сертификацию и обмен практиками по стандартам IPMA ICB4.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089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3375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Честность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Прозрачность и этика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31089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33375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Ответственность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79" y="3749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Профессионализм мирового уровня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09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Уважение и доверие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20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Независимость оценки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44805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79" y="4709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Открытость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5120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Международные практики на пользу КР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03 · О КЫРГЫЗСТАНЕ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Стратегическое положение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≈200 000 км²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Площадь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≈7,4 млн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Население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Бишкек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19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Штаб-квартира KgPMU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19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7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ЕАЭС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79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Единое экон. пространство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832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Центральная Азия — пересечение маршрутов ЕАЭС и Большого Шёлкового пути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Соседи: Казахстан, Узбекистан, Таджикистан, Китай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Цифровизация госуправления создаёт устойчивый спрос на P3M-компетенции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03 · О КЫРГЫЗСТАНЕ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Спрос на проектное управление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D54F"/>
                </a:solidFill>
                <a:latin typeface="Calibri"/>
              </a:rPr>
              <a:t>Госуправление · Строительство · IT · Медицина и НПО · Инфраструктура · Цифровизация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11064240" cy="27432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Большинство руководителей проектов — «случайные» PM без формальной сертификации. Это создаёт значительный потенциал для развития сертификации IPMA 4-L-C (уровни A–D).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04 · ПУТЬ KGPMU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Что уже сделано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апр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73736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Регистрация в Минюсте КР — ОО KgPMU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июн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Пакет документов направлен в IPMA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6616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40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июл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8404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Статус «Ассоциация-заявитель» (Applying MA)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окт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8920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План: Full MA + запуск сертификации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05 · СТРАТЕГИЯ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Стратегические цели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Перейти от Ассоциации-заявителя к Full Member Association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Создать независимый национальный CB по системе IPMA 4-L-C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Рост членской базы: индивидуальное, студенческое, корпоративное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Продвигать ICB4 / OCB / PEB в госсекторе и бизнесе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Партнёрства с вузами, госорганами и бизнес-сообществом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Сотрудничество с MA Центральной Азии и ЕАЭС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Запустить Young Crew в Кыргызстане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06 · СЕРТИФИКАЦИЯ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Certification Body и уровни IPMA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3DCC9"/>
                </a:solidFill>
                <a:latin typeface="Calibri"/>
              </a:rPr>
              <a:t>Независимый CB по IPMA 4-L-C. Оценка по ICB4: самооценка, экзамен, интервью.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Projects Director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Senior PM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39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39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Project Manager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599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599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PM Associate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07 · ЧЛЕНСТВО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Рост членской базы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7772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54F"/>
                </a:solidFill>
                <a:latin typeface="Calibri"/>
              </a:rPr>
              <a:t>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691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15–20 индивидуальных членов, студенческий трек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64240" cy="7772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54F"/>
                </a:solidFill>
                <a:latin typeface="Calibri"/>
              </a:rPr>
              <a:t>2028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603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50+ членов, первые корпоративные партнёры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11064240" cy="7772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29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54F"/>
                </a:solidFill>
                <a:latin typeface="Calibri"/>
              </a:rPr>
              <a:t>2029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4290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100+ членов, устойчивый рост сертификации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Категории на ipma.kg: индивидуальное · студенческое · корпоративное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3DCC9"/>
                </a:solidFill>
                <a:latin typeface="Calibri"/>
              </a:rPr>
              <a:t>Скидки на сертификацию A–D (до 20%), материалы ICB4/OCB/PEB, нетворкинг, национальный реестр.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08 · ЭКОСИСТЕМА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Экосистема и продвижение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Госсектор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Цифровые и инфраструктурные проекты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41732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79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Бизнес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79" y="2148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Компании и подрядчики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7180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Образование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Университеты Бишкека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97180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32461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Обучение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Подготовка к сертификации ICB4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09 · МОЛОДЁЖЬ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Развитие Young Crew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Знакомить молодёжь со стандартами и ценностями IPMA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Привлекать студентов через студенческое членство KgPMU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Интегрировать ICB4 в образовательные программы вузов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Поддерживать путь к сертификации IPMA Level D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Участие в международных молодёжных форумах Young Crew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54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Мы приглашаем к сотрудничеству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3DCC9"/>
                </a:solidFill>
                <a:latin typeface="Calibri"/>
              </a:rPr>
              <a:t>KgPMU уже является Ассоциацией-заявителем IPMA и готова двигаться к полноправному членству и сертификации в Центральной Азии.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515600" cy="18288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0690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Урмат Мекишев · Президент KgPMU
info@ipma.kg · +996 555 655 755 · ipma.kg
Бишкек, Кыргызская Республика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